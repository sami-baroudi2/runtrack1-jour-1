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Economica"/>
      <p:regular r:id="rId13"/>
      <p:bold r:id="rId14"/>
      <p:italic r:id="rId15"/>
      <p:boldItalic r:id="rId16"/>
    </p:embeddedFont>
    <p:embeddedFont>
      <p:font typeface="Caveat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  <p:embeddedFont>
      <p:font typeface="Shojumaru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font" Target="fonts/Economica-regular.fntdata"/><Relationship Id="rId12" Type="http://schemas.openxmlformats.org/officeDocument/2006/relationships/slide" Target="slides/slide7.xml"/><Relationship Id="rId23" Type="http://schemas.openxmlformats.org/officeDocument/2006/relationships/font" Target="fonts/Shojumaru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Economica-italic.fntdata"/><Relationship Id="rId14" Type="http://schemas.openxmlformats.org/officeDocument/2006/relationships/font" Target="fonts/Economica-bold.fntdata"/><Relationship Id="rId17" Type="http://schemas.openxmlformats.org/officeDocument/2006/relationships/font" Target="fonts/Caveat-regular.fntdata"/><Relationship Id="rId16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Cave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f1a6a7c16d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f1a6a7c16d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1a6a7c16d_3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f1a6a7c16d_3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1a6a7c16d_3_6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1a6a7c16d_3_6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1a6a7c16d_3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1a6a7c16d_3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1a6a7c16d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1a6a7c16d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f1a6a7c16d_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f1a6a7c16d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f1a6a7c16d_3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f1a6a7c16d_3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7.jp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3" Type="http://schemas.openxmlformats.org/officeDocument/2006/relationships/image" Target="../media/image19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0.png"/><Relationship Id="rId13" Type="http://schemas.openxmlformats.org/officeDocument/2006/relationships/image" Target="../media/image36.jpg"/><Relationship Id="rId12" Type="http://schemas.openxmlformats.org/officeDocument/2006/relationships/image" Target="../media/image33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29.jpg"/><Relationship Id="rId15" Type="http://schemas.openxmlformats.org/officeDocument/2006/relationships/image" Target="../media/image34.jpg"/><Relationship Id="rId14" Type="http://schemas.openxmlformats.org/officeDocument/2006/relationships/image" Target="../media/image35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26.jp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jpg"/><Relationship Id="rId10" Type="http://schemas.openxmlformats.org/officeDocument/2006/relationships/image" Target="../media/image41.jpg"/><Relationship Id="rId12" Type="http://schemas.openxmlformats.org/officeDocument/2006/relationships/image" Target="../media/image45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7.jpg"/><Relationship Id="rId9" Type="http://schemas.openxmlformats.org/officeDocument/2006/relationships/image" Target="../media/image43.jpg"/><Relationship Id="rId5" Type="http://schemas.openxmlformats.org/officeDocument/2006/relationships/image" Target="../media/image39.jpg"/><Relationship Id="rId6" Type="http://schemas.openxmlformats.org/officeDocument/2006/relationships/image" Target="../media/image38.jpg"/><Relationship Id="rId7" Type="http://schemas.openxmlformats.org/officeDocument/2006/relationships/image" Target="../media/image40.jpg"/><Relationship Id="rId8" Type="http://schemas.openxmlformats.org/officeDocument/2006/relationships/image" Target="../media/image4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265500" y="2971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L’équipe type  (4-4-2)</a:t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950550" y="2196138"/>
            <a:ext cx="21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Chaima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55200" y="2664675"/>
            <a:ext cx="208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Badr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258625" y="3205050"/>
            <a:ext cx="172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S</a:t>
            </a:r>
            <a:r>
              <a:rPr lang="fr" sz="24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ami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301375" y="3637625"/>
            <a:ext cx="163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Thao-Nhi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660800" y="4325500"/>
            <a:ext cx="71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301375" y="4213950"/>
            <a:ext cx="136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4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Jasmine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5116100" y="506650"/>
            <a:ext cx="339000" cy="2769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4889350" y="646600"/>
            <a:ext cx="226800" cy="2106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8460600" y="4191725"/>
            <a:ext cx="339000" cy="2769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8233800" y="4352550"/>
            <a:ext cx="226800" cy="2106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400" y="1355262"/>
            <a:ext cx="1637400" cy="352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4200" y="1424425"/>
            <a:ext cx="1764299" cy="358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9912" y="945875"/>
            <a:ext cx="1911075" cy="382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1587" y="945875"/>
            <a:ext cx="1683213" cy="3366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00788" y="1235263"/>
            <a:ext cx="1854226" cy="376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9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8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8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8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3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3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3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6950" y="241249"/>
            <a:ext cx="2126150" cy="4252202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4"/>
          <p:cNvSpPr txBox="1"/>
          <p:nvPr/>
        </p:nvSpPr>
        <p:spPr>
          <a:xfrm>
            <a:off x="1330775" y="398000"/>
            <a:ext cx="277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669925" y="469850"/>
            <a:ext cx="2776200" cy="892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latin typeface="Caveat"/>
                <a:ea typeface="Caveat"/>
                <a:cs typeface="Caveat"/>
                <a:sym typeface="Caveat"/>
              </a:rPr>
              <a:t>Aicheche chaima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>
                <a:latin typeface="Caveat"/>
                <a:ea typeface="Caveat"/>
                <a:cs typeface="Caveat"/>
                <a:sym typeface="Caveat"/>
              </a:rPr>
              <a:t>23 ans </a:t>
            </a:r>
            <a:endParaRPr sz="20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5626875" y="1189825"/>
            <a:ext cx="101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5540700" y="1031600"/>
            <a:ext cx="2427600" cy="123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Caveat"/>
                <a:ea typeface="Caveat"/>
                <a:cs typeface="Caveat"/>
                <a:sym typeface="Caveat"/>
              </a:rPr>
              <a:t>Bac stmg</a:t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Caveat"/>
                <a:ea typeface="Caveat"/>
                <a:cs typeface="Caveat"/>
                <a:sym typeface="Caveat"/>
              </a:rPr>
              <a:t>Bts MUC</a:t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Caveat"/>
                <a:ea typeface="Caveat"/>
                <a:cs typeface="Caveat"/>
                <a:sym typeface="Caveat"/>
              </a:rPr>
              <a:t>Service civique </a:t>
            </a:r>
            <a:endParaRPr sz="1800"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Caveat"/>
                <a:ea typeface="Caveat"/>
                <a:cs typeface="Caveat"/>
                <a:sym typeface="Caveat"/>
              </a:rPr>
              <a:t>formation 2D 3D Flocage </a:t>
            </a:r>
            <a:endParaRPr sz="18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0236" y="3999122"/>
            <a:ext cx="1480589" cy="7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0325" y="3871676"/>
            <a:ext cx="847800" cy="7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7625" y="3744252"/>
            <a:ext cx="1016400" cy="101643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1402600" y="2571738"/>
            <a:ext cx="2427600" cy="109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Soif d’apprendre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l’écoute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Autonome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Esprit logique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0" y="0"/>
            <a:ext cx="9144000" cy="507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200" y="363337"/>
            <a:ext cx="2623475" cy="49355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99" name="Google Shape;99;p15"/>
          <p:cNvCxnSpPr/>
          <p:nvPr/>
        </p:nvCxnSpPr>
        <p:spPr>
          <a:xfrm flipH="1">
            <a:off x="1996125" y="786575"/>
            <a:ext cx="1548600" cy="6063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4998075" y="786575"/>
            <a:ext cx="2376000" cy="3522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5"/>
          <p:cNvCxnSpPr/>
          <p:nvPr/>
        </p:nvCxnSpPr>
        <p:spPr>
          <a:xfrm flipH="1">
            <a:off x="1524000" y="1802575"/>
            <a:ext cx="1786200" cy="975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/>
          <p:nvPr/>
        </p:nvCxnSpPr>
        <p:spPr>
          <a:xfrm flipH="1">
            <a:off x="1524000" y="3576300"/>
            <a:ext cx="1972800" cy="540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/>
          <p:nvPr/>
        </p:nvCxnSpPr>
        <p:spPr>
          <a:xfrm>
            <a:off x="5284850" y="1810775"/>
            <a:ext cx="1974600" cy="4671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5"/>
          <p:cNvCxnSpPr/>
          <p:nvPr/>
        </p:nvCxnSpPr>
        <p:spPr>
          <a:xfrm>
            <a:off x="4856750" y="3351350"/>
            <a:ext cx="2296200" cy="679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" name="Google Shape;105;p15"/>
          <p:cNvSpPr txBox="1"/>
          <p:nvPr/>
        </p:nvSpPr>
        <p:spPr>
          <a:xfrm>
            <a:off x="990000" y="663875"/>
            <a:ext cx="161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latin typeface="Shojumaru"/>
                <a:ea typeface="Shojumaru"/>
                <a:cs typeface="Shojumaru"/>
                <a:sym typeface="Shojumaru"/>
              </a:rPr>
              <a:t>      ANS</a:t>
            </a:r>
            <a:endParaRPr sz="2500">
              <a:latin typeface="Shojumaru"/>
              <a:ea typeface="Shojumaru"/>
              <a:cs typeface="Shojumaru"/>
              <a:sym typeface="Shojumaru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0" y="3576300"/>
            <a:ext cx="1614001" cy="161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088" y="1932600"/>
            <a:ext cx="1400013" cy="140001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8" name="Google Shape;10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00" y="713925"/>
            <a:ext cx="975000" cy="9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6775" y="1745425"/>
            <a:ext cx="1204349" cy="120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81200" y="3506850"/>
            <a:ext cx="1126950" cy="11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52950" y="4031150"/>
            <a:ext cx="864100" cy="8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2866200" y="103200"/>
            <a:ext cx="280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latin typeface="Shojumaru"/>
                <a:ea typeface="Shojumaru"/>
                <a:cs typeface="Shojumaru"/>
                <a:sym typeface="Shojumaru"/>
              </a:rPr>
              <a:t>Insta : BadrKaiba </a:t>
            </a:r>
            <a:endParaRPr sz="1800">
              <a:latin typeface="Shojumaru"/>
              <a:ea typeface="Shojumaru"/>
              <a:cs typeface="Shojumaru"/>
              <a:sym typeface="Shojumaru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27825" y="126900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01125" y="103200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27825" y="780224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01125" y="803925"/>
            <a:ext cx="492600" cy="4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075" y="271323"/>
            <a:ext cx="2165950" cy="439600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21540000" dist="190500">
              <a:schemeClr val="accent1">
                <a:alpha val="50000"/>
              </a:schemeClr>
            </a:outerShdw>
          </a:effectLst>
        </p:spPr>
      </p:pic>
      <p:sp>
        <p:nvSpPr>
          <p:cNvPr id="122" name="Google Shape;122;p16"/>
          <p:cNvSpPr/>
          <p:nvPr/>
        </p:nvSpPr>
        <p:spPr>
          <a:xfrm>
            <a:off x="7547050" y="231250"/>
            <a:ext cx="1303500" cy="9531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Caveat"/>
                <a:ea typeface="Caveat"/>
                <a:cs typeface="Caveat"/>
                <a:sym typeface="Caveat"/>
              </a:rPr>
              <a:t>Salut ! Moi c’est Baroudi Sami, j’ai 23ans</a:t>
            </a:r>
            <a:endParaRPr sz="11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8325" y="152400"/>
            <a:ext cx="10800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 flipH="1">
            <a:off x="2924250" y="348850"/>
            <a:ext cx="3577500" cy="953100"/>
          </a:xfrm>
          <a:prstGeom prst="bentArrow">
            <a:avLst>
              <a:gd fmla="val 25000" name="adj1"/>
              <a:gd fmla="val 27136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21540000" dist="1905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2872300" y="2263363"/>
            <a:ext cx="3577500" cy="4119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21540000" dist="190500">
              <a:schemeClr val="lt2">
                <a:alpha val="7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765975"/>
            <a:ext cx="1216800" cy="12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12350" y="1766425"/>
            <a:ext cx="1216800" cy="12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 rot="10800000">
            <a:off x="2935350" y="3636675"/>
            <a:ext cx="3555300" cy="856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21540000" dist="190500">
              <a:schemeClr val="lt2">
                <a:alpha val="6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8325" y="3456663"/>
            <a:ext cx="121680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988" y="3456675"/>
            <a:ext cx="1216800" cy="12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3273125" y="1105900"/>
            <a:ext cx="2784900" cy="8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veat"/>
                <a:ea typeface="Caveat"/>
                <a:cs typeface="Caveat"/>
                <a:sym typeface="Caveat"/>
              </a:rPr>
              <a:t>Twitter meilleur réseau social hein… </a:t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veat"/>
                <a:ea typeface="Caveat"/>
                <a:cs typeface="Caveat"/>
                <a:sym typeface="Caveat"/>
              </a:rPr>
              <a:t>J’aime trop les échecs mais je suis un peu nul malheureusement (chess : SamElBaroud)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3273050" y="2924300"/>
            <a:ext cx="2784900" cy="78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veat"/>
                <a:ea typeface="Caveat"/>
                <a:cs typeface="Caveat"/>
                <a:sym typeface="Caveat"/>
              </a:rPr>
              <a:t>J’aime beaucoup la nature (je suis pas un de ces fous écolos..) </a:t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Caveat"/>
                <a:ea typeface="Caveat"/>
                <a:cs typeface="Caveat"/>
                <a:sym typeface="Caveat"/>
              </a:rPr>
              <a:t>Le numérique sinon pourquoi je suis là? 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0" y="0"/>
            <a:ext cx="9144000" cy="502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4400" y="2478475"/>
            <a:ext cx="2752600" cy="588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3448588" y="968425"/>
            <a:ext cx="133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latin typeface="Open Sans"/>
                <a:ea typeface="Open Sans"/>
                <a:cs typeface="Open Sans"/>
                <a:sym typeface="Open Sans"/>
              </a:rPr>
              <a:t>Thao Nhi PHAM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6309089">
            <a:off x="5130828" y="977219"/>
            <a:ext cx="3374832" cy="385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582120">
            <a:off x="1015224" y="1440646"/>
            <a:ext cx="3224798" cy="322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294523">
            <a:off x="2591567" y="-175326"/>
            <a:ext cx="3053844" cy="322480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 rot="1130570">
            <a:off x="3366197" y="1149547"/>
            <a:ext cx="652995" cy="3540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fr" sz="1000">
                <a:latin typeface="Open Sans"/>
                <a:ea typeface="Open Sans"/>
                <a:cs typeface="Open Sans"/>
                <a:sym typeface="Open Sans"/>
              </a:rPr>
              <a:t>1 ans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 rot="-1795891">
            <a:off x="3785004" y="1260036"/>
            <a:ext cx="1142366" cy="354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latin typeface="Open Sans"/>
                <a:ea typeface="Open Sans"/>
                <a:cs typeface="Open Sans"/>
                <a:sym typeface="Open Sans"/>
              </a:rPr>
              <a:t>Vietnamienne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448588" y="808525"/>
            <a:ext cx="11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</a:rPr>
              <a:t>Thao Nhi PHAM</a:t>
            </a:r>
            <a:endParaRPr sz="10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72519">
            <a:off x="1521475" y="2960650"/>
            <a:ext cx="517249" cy="517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7998" y="3085883"/>
            <a:ext cx="393800" cy="412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1615427">
            <a:off x="1870272" y="2541394"/>
            <a:ext cx="365308" cy="365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356501">
            <a:off x="2302100" y="2252150"/>
            <a:ext cx="651051" cy="4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86188" y="2678700"/>
            <a:ext cx="393800" cy="3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87124" y="2408125"/>
            <a:ext cx="561475" cy="5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57825" y="2969600"/>
            <a:ext cx="331050" cy="33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 rot="1130522">
            <a:off x="6478583" y="2054740"/>
            <a:ext cx="814283" cy="1044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725202">
            <a:off x="7006791" y="3178989"/>
            <a:ext cx="468643" cy="53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-36125" y="42075"/>
            <a:ext cx="5659500" cy="109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-36125" y="253125"/>
            <a:ext cx="5430900" cy="94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790850" y="253125"/>
            <a:ext cx="1849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300">
                <a:latin typeface="Caveat"/>
                <a:ea typeface="Caveat"/>
                <a:cs typeface="Caveat"/>
                <a:sym typeface="Caveat"/>
              </a:rPr>
              <a:t>Jasmine</a:t>
            </a:r>
            <a:endParaRPr sz="4300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42925" y="1102950"/>
            <a:ext cx="2138437" cy="4276874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9180000" dist="76200">
              <a:srgbClr val="000000">
                <a:alpha val="48000"/>
              </a:srgbClr>
            </a:outerShdw>
          </a:effectLst>
        </p:spPr>
      </p:pic>
      <p:sp>
        <p:nvSpPr>
          <p:cNvPr id="166" name="Google Shape;166;p18"/>
          <p:cNvSpPr/>
          <p:nvPr/>
        </p:nvSpPr>
        <p:spPr>
          <a:xfrm>
            <a:off x="4000375" y="1255775"/>
            <a:ext cx="5346600" cy="88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3802075" y="1384763"/>
            <a:ext cx="5295300" cy="75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000375" y="1468463"/>
            <a:ext cx="517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Open Sans"/>
                <a:ea typeface="Open Sans"/>
                <a:cs typeface="Open Sans"/>
                <a:sym typeface="Open Sans"/>
              </a:rPr>
              <a:t>  </a:t>
            </a:r>
            <a:r>
              <a:rPr lang="fr" sz="2600">
                <a:latin typeface="Caveat"/>
                <a:ea typeface="Caveat"/>
                <a:cs typeface="Caveat"/>
                <a:sym typeface="Caveat"/>
              </a:rPr>
              <a:t>24 ans et pas vaccinée ;)</a:t>
            </a:r>
            <a:endParaRPr sz="26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522475" y="2290750"/>
            <a:ext cx="5659500" cy="94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3733675" y="2453713"/>
            <a:ext cx="5712600" cy="100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3838175" y="2665963"/>
            <a:ext cx="510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latin typeface="Caveat"/>
                <a:ea typeface="Caveat"/>
                <a:cs typeface="Caveat"/>
                <a:sym typeface="Caveat"/>
              </a:rPr>
              <a:t>Passionnée de Cybersécurité/ Skincare/ Art</a:t>
            </a:r>
            <a:endParaRPr sz="2600"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733675" y="3632300"/>
            <a:ext cx="5712600" cy="88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18"/>
          <p:cNvCxnSpPr/>
          <p:nvPr/>
        </p:nvCxnSpPr>
        <p:spPr>
          <a:xfrm flipH="1" rot="10800000">
            <a:off x="1343800" y="1631350"/>
            <a:ext cx="2124000" cy="628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8"/>
          <p:cNvCxnSpPr/>
          <p:nvPr/>
        </p:nvCxnSpPr>
        <p:spPr>
          <a:xfrm flipH="1" rot="10800000">
            <a:off x="1135000" y="2787875"/>
            <a:ext cx="2124000" cy="628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8"/>
          <p:cNvCxnSpPr/>
          <p:nvPr/>
        </p:nvCxnSpPr>
        <p:spPr>
          <a:xfrm flipH="1" rot="10800000">
            <a:off x="1207925" y="3944400"/>
            <a:ext cx="2124000" cy="628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18"/>
          <p:cNvSpPr/>
          <p:nvPr/>
        </p:nvSpPr>
        <p:spPr>
          <a:xfrm>
            <a:off x="3631475" y="3779775"/>
            <a:ext cx="5513700" cy="94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5375" y="3844575"/>
            <a:ext cx="881400" cy="8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9651" y="3830598"/>
            <a:ext cx="881400" cy="881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2225" y="3844575"/>
            <a:ext cx="910700" cy="8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22050" y="3863477"/>
            <a:ext cx="910700" cy="881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38175" y="3830625"/>
            <a:ext cx="977450" cy="8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 rotWithShape="1">
          <a:blip r:embed="rId9">
            <a:alphaModFix/>
          </a:blip>
          <a:srcRect b="49556" l="7055" r="51590" t="43909"/>
          <a:stretch/>
        </p:blipFill>
        <p:spPr>
          <a:xfrm rot="2700000">
            <a:off x="5022890" y="129261"/>
            <a:ext cx="1050770" cy="336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/>
          <p:cNvPicPr preferRelativeResize="0"/>
          <p:nvPr/>
        </p:nvPicPr>
        <p:blipFill rotWithShape="1">
          <a:blip r:embed="rId10">
            <a:alphaModFix/>
          </a:blip>
          <a:srcRect b="37238" l="8213" r="51661" t="54202"/>
          <a:stretch/>
        </p:blipFill>
        <p:spPr>
          <a:xfrm>
            <a:off x="7382200" y="1114213"/>
            <a:ext cx="1375900" cy="4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 rotWithShape="1">
          <a:blip r:embed="rId11">
            <a:alphaModFix/>
          </a:blip>
          <a:srcRect b="26849" l="7953" r="51447" t="67168"/>
          <a:stretch/>
        </p:blipFill>
        <p:spPr>
          <a:xfrm>
            <a:off x="3223000" y="3183838"/>
            <a:ext cx="1109374" cy="3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 rotWithShape="1">
          <a:blip r:embed="rId10">
            <a:alphaModFix/>
          </a:blip>
          <a:srcRect b="37238" l="8213" r="51661" t="54202"/>
          <a:stretch/>
        </p:blipFill>
        <p:spPr>
          <a:xfrm>
            <a:off x="2860725" y="3035721"/>
            <a:ext cx="977450" cy="312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 rotWithShape="1">
          <a:blip r:embed="rId12">
            <a:alphaModFix/>
          </a:blip>
          <a:srcRect b="30308" l="56112" r="8593" t="62999"/>
          <a:stretch/>
        </p:blipFill>
        <p:spPr>
          <a:xfrm rot="-2000007">
            <a:off x="8503818" y="4423674"/>
            <a:ext cx="1038939" cy="31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 rotWithShape="1">
          <a:blip r:embed="rId9">
            <a:alphaModFix/>
          </a:blip>
          <a:srcRect b="49556" l="7055" r="51590" t="43909"/>
          <a:stretch/>
        </p:blipFill>
        <p:spPr>
          <a:xfrm rot="-1139705">
            <a:off x="8148140" y="1166286"/>
            <a:ext cx="1050771" cy="33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6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6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6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6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6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6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6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6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6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6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9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4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9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13650" y="0"/>
            <a:ext cx="9116700" cy="504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2094411" y="1810450"/>
            <a:ext cx="4955173" cy="121099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1"/>
                </a:solidFill>
                <a:latin typeface="Playfair Display;600"/>
              </a:rPr>
              <a:t>THE END</a:t>
            </a:r>
          </a:p>
        </p:txBody>
      </p:sp>
      <p:cxnSp>
        <p:nvCxnSpPr>
          <p:cNvPr id="196" name="Google Shape;196;p19"/>
          <p:cNvCxnSpPr/>
          <p:nvPr/>
        </p:nvCxnSpPr>
        <p:spPr>
          <a:xfrm>
            <a:off x="1573125" y="1385750"/>
            <a:ext cx="5967000" cy="2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9"/>
          <p:cNvCxnSpPr/>
          <p:nvPr/>
        </p:nvCxnSpPr>
        <p:spPr>
          <a:xfrm>
            <a:off x="1624400" y="3417350"/>
            <a:ext cx="5967000" cy="2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9"/>
          <p:cNvSpPr/>
          <p:nvPr/>
        </p:nvSpPr>
        <p:spPr>
          <a:xfrm>
            <a:off x="446175" y="237125"/>
            <a:ext cx="469500" cy="3900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757500" y="536575"/>
            <a:ext cx="469500" cy="3900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01675" y="3701625"/>
            <a:ext cx="358500" cy="352500"/>
          </a:xfrm>
          <a:prstGeom prst="star4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7880400" y="3682875"/>
            <a:ext cx="469500" cy="3900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7659775" y="4008050"/>
            <a:ext cx="358500" cy="352500"/>
          </a:xfrm>
          <a:prstGeom prst="star4">
            <a:avLst>
              <a:gd fmla="val 125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7521900" y="494275"/>
            <a:ext cx="358500" cy="352500"/>
          </a:xfrm>
          <a:prstGeom prst="star4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7880400" y="667075"/>
            <a:ext cx="256500" cy="259500"/>
          </a:xfrm>
          <a:prstGeom prst="star4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757500" y="4054550"/>
            <a:ext cx="256500" cy="259500"/>
          </a:xfrm>
          <a:prstGeom prst="star4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